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066" y="-4075"/>
      </p:cViewPr>
      <p:guideLst>
        <p:guide orient="horz" pos="3126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/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60716"/>
              </p:ext>
            </p:extLst>
          </p:nvPr>
        </p:nvGraphicFramePr>
        <p:xfrm>
          <a:off x="71979" y="2356347"/>
          <a:ext cx="3890421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355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410">
                <a:tc>
                  <a:txBody>
                    <a:bodyPr/>
                    <a:lstStyle/>
                    <a:p>
                      <a:r>
                        <a:rPr lang="vi-VN" sz="11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Hệ thống ứng dụng cho phép nghệ sĩ số hóa tác sản phẩm nghệ thuật (Hình ảnh/Âm nhạc) thành NFT trực tiếp từ thiết bị cá nhân lên mạng lưới Blockchain cho giao dịch để đảm bảo tính duy nhất của sản phẩm.</a:t>
                      </a:r>
                    </a:p>
                    <a:p>
                      <a:r>
                        <a:rPr lang="vi-VN" sz="11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Môi trường thử nghiệm: Mạng thử nghiệm Sepolia Ethereum (Testnet).</a:t>
                      </a:r>
                      <a:endParaRPr lang="vi-VN" sz="11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0" name="Group 69"/>
          <p:cNvGrpSpPr/>
          <p:nvPr/>
        </p:nvGrpSpPr>
        <p:grpSpPr>
          <a:xfrm>
            <a:off x="-40633" y="-39866"/>
            <a:ext cx="6898633" cy="2369377"/>
            <a:chOff x="-40633" y="-40063"/>
            <a:chExt cx="6898633" cy="2369377"/>
          </a:xfrm>
        </p:grpSpPr>
        <p:grpSp>
          <p:nvGrpSpPr>
            <p:cNvPr id="27" name="Group 26"/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/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-40633" y="1132782"/>
              <a:ext cx="6858000" cy="1196532"/>
              <a:chOff x="-40633" y="1132782"/>
              <a:chExt cx="6858000" cy="1196532"/>
            </a:xfrm>
          </p:grpSpPr>
          <p:sp>
            <p:nvSpPr>
              <p:cNvPr id="5" name="Title 1"/>
              <p:cNvSpPr txBox="1"/>
              <p:nvPr/>
            </p:nvSpPr>
            <p:spPr>
              <a:xfrm>
                <a:off x="993648" y="1132782"/>
                <a:ext cx="4569286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3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ERP:</a:t>
                </a:r>
                <a:r>
                  <a:rPr lang="vi-VN" sz="13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Sàn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giao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dịch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quyền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nhạc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nhỏ</a:t>
                </a:r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300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-40633" y="1441319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b="1" dirty="0">
                    <a:latin typeface="+mj-lt"/>
                  </a:rPr>
                  <a:t>Mai </a:t>
                </a:r>
                <a:r>
                  <a:rPr lang="vi-VN" sz="800" b="1" dirty="0">
                    <a:latin typeface="+mj-lt"/>
                  </a:rPr>
                  <a:t>Đức Hòa</a:t>
                </a:r>
                <a:endParaRPr lang="en-US" sz="800" b="1" dirty="0">
                  <a:latin typeface="+mj-lt"/>
                </a:endParaRPr>
              </a:p>
            </p:txBody>
          </p:sp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91937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779592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437492"/>
              </p:ext>
            </p:extLst>
          </p:nvPr>
        </p:nvGraphicFramePr>
        <p:xfrm>
          <a:off x="71978" y="3747122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193946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Cải thiện giao diện web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Nâng cao tính bảo mật tài khoản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Thêm bước xác định danh tính trước khi bán sản phẩm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1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Thêm nhiều bước xác thực khi thực hiện giao dịch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/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/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/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/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/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373" y="4993124"/>
            <a:ext cx="1023928" cy="6152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867" y="5623340"/>
            <a:ext cx="805994" cy="92209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947" y="5020173"/>
            <a:ext cx="1154810" cy="5774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94BC3A-39EF-967D-FF4C-1AA68039799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950" y="2592418"/>
            <a:ext cx="2758071" cy="20885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2E3678F-ED6B-B5BE-8EF8-353CBA9AD3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947" y="5684995"/>
            <a:ext cx="1265921" cy="7089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7F8B06A-C301-91CD-9075-F0164CD9313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886" y="6913796"/>
            <a:ext cx="649209" cy="6492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C5F72EB-6340-2744-A93A-491213CBF53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491" y="1329485"/>
            <a:ext cx="649209" cy="64920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64B4A2B-AA76-8DD5-0DFE-C03DCAFD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08" y="6130842"/>
            <a:ext cx="3761232" cy="1810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3339A5-DB7F-12BC-94C3-EC8D597AEEC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08" y="4021742"/>
            <a:ext cx="3761232" cy="20177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7FED02-C775-27FC-16B0-28C2C3C1F68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3" y="8006068"/>
            <a:ext cx="3761232" cy="17317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FE6E47-180F-7D18-9D6A-2135CC19197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789" y="6896581"/>
            <a:ext cx="734306" cy="7153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905B94-46F8-A1E9-F165-45549E75CD7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816" y="1177395"/>
            <a:ext cx="846557" cy="824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155</Words>
  <Application>Microsoft Office PowerPoint</Application>
  <PresentationFormat>A4 Paper (210x297 mm)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Hebrew Scholar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Hoà Mai</cp:lastModifiedBy>
  <cp:revision>110</cp:revision>
  <dcterms:created xsi:type="dcterms:W3CDTF">2023-07-02T07:57:00Z</dcterms:created>
  <dcterms:modified xsi:type="dcterms:W3CDTF">2026-06-04T08:47:26Z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B91172CD5B7040CBA2FB15A1BC72CE71_13</vt:lpwstr>
  </property>
  <property fmtid="{D5CDD505-2E9C-101B-9397-08002B2CF9AE}" pid="3" name="KSOProductBuildVer">
    <vt:lpwstr>1033-12.1.0.25180</vt:lpwstr>
  </property>
</Properties>
</file>